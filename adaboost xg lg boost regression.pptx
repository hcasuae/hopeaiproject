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64" d="100"/>
          <a:sy n="64" d="100"/>
        </p:scale>
        <p:origin x="97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8A3BAF-ED36-B067-417B-4EDB2D9E289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E"/>
          </a:p>
        </p:txBody>
      </p:sp>
      <p:sp>
        <p:nvSpPr>
          <p:cNvPr id="3" name="Subtitle 2">
            <a:extLst>
              <a:ext uri="{FF2B5EF4-FFF2-40B4-BE49-F238E27FC236}">
                <a16:creationId xmlns:a16="http://schemas.microsoft.com/office/drawing/2014/main" id="{99758ADD-CF48-5071-ECFD-D9C359E097A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E"/>
          </a:p>
        </p:txBody>
      </p:sp>
      <p:sp>
        <p:nvSpPr>
          <p:cNvPr id="4" name="Date Placeholder 3">
            <a:extLst>
              <a:ext uri="{FF2B5EF4-FFF2-40B4-BE49-F238E27FC236}">
                <a16:creationId xmlns:a16="http://schemas.microsoft.com/office/drawing/2014/main" id="{F608A78E-C9F2-B435-E8A2-CFEFC166C806}"/>
              </a:ext>
            </a:extLst>
          </p:cNvPr>
          <p:cNvSpPr>
            <a:spLocks noGrp="1"/>
          </p:cNvSpPr>
          <p:nvPr>
            <p:ph type="dt" sz="half" idx="10"/>
          </p:nvPr>
        </p:nvSpPr>
        <p:spPr/>
        <p:txBody>
          <a:bodyPr/>
          <a:lstStyle/>
          <a:p>
            <a:fld id="{636BBDFE-C365-40B5-8890-235D47F35F76}" type="datetimeFigureOut">
              <a:rPr lang="en-AE" smtClean="0"/>
              <a:t>31/01/2026</a:t>
            </a:fld>
            <a:endParaRPr lang="en-AE"/>
          </a:p>
        </p:txBody>
      </p:sp>
      <p:sp>
        <p:nvSpPr>
          <p:cNvPr id="5" name="Footer Placeholder 4">
            <a:extLst>
              <a:ext uri="{FF2B5EF4-FFF2-40B4-BE49-F238E27FC236}">
                <a16:creationId xmlns:a16="http://schemas.microsoft.com/office/drawing/2014/main" id="{667D9E78-2D0C-6134-998F-6CCEE21D1838}"/>
              </a:ext>
            </a:extLst>
          </p:cNvPr>
          <p:cNvSpPr>
            <a:spLocks noGrp="1"/>
          </p:cNvSpPr>
          <p:nvPr>
            <p:ph type="ftr" sz="quarter" idx="11"/>
          </p:nvPr>
        </p:nvSpPr>
        <p:spPr/>
        <p:txBody>
          <a:bodyPr/>
          <a:lstStyle/>
          <a:p>
            <a:endParaRPr lang="en-AE"/>
          </a:p>
        </p:txBody>
      </p:sp>
      <p:sp>
        <p:nvSpPr>
          <p:cNvPr id="6" name="Slide Number Placeholder 5">
            <a:extLst>
              <a:ext uri="{FF2B5EF4-FFF2-40B4-BE49-F238E27FC236}">
                <a16:creationId xmlns:a16="http://schemas.microsoft.com/office/drawing/2014/main" id="{22CAF9B4-1C19-0454-8E29-ED1278F16AED}"/>
              </a:ext>
            </a:extLst>
          </p:cNvPr>
          <p:cNvSpPr>
            <a:spLocks noGrp="1"/>
          </p:cNvSpPr>
          <p:nvPr>
            <p:ph type="sldNum" sz="quarter" idx="12"/>
          </p:nvPr>
        </p:nvSpPr>
        <p:spPr/>
        <p:txBody>
          <a:bodyPr/>
          <a:lstStyle/>
          <a:p>
            <a:fld id="{6F3E53F8-5CAE-4D58-A749-4C797EB5C2F4}" type="slidenum">
              <a:rPr lang="en-AE" smtClean="0"/>
              <a:t>‹#›</a:t>
            </a:fld>
            <a:endParaRPr lang="en-AE"/>
          </a:p>
        </p:txBody>
      </p:sp>
    </p:spTree>
    <p:extLst>
      <p:ext uri="{BB962C8B-B14F-4D97-AF65-F5344CB8AC3E}">
        <p14:creationId xmlns:p14="http://schemas.microsoft.com/office/powerpoint/2010/main" val="1167451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8E3B18-86D5-9166-FD19-1051FB4EA4D6}"/>
              </a:ext>
            </a:extLst>
          </p:cNvPr>
          <p:cNvSpPr>
            <a:spLocks noGrp="1"/>
          </p:cNvSpPr>
          <p:nvPr>
            <p:ph type="title"/>
          </p:nvPr>
        </p:nvSpPr>
        <p:spPr/>
        <p:txBody>
          <a:bodyPr/>
          <a:lstStyle/>
          <a:p>
            <a:r>
              <a:rPr lang="en-US"/>
              <a:t>Click to edit Master title style</a:t>
            </a:r>
            <a:endParaRPr lang="en-AE"/>
          </a:p>
        </p:txBody>
      </p:sp>
      <p:sp>
        <p:nvSpPr>
          <p:cNvPr id="3" name="Content Placeholder 2">
            <a:extLst>
              <a:ext uri="{FF2B5EF4-FFF2-40B4-BE49-F238E27FC236}">
                <a16:creationId xmlns:a16="http://schemas.microsoft.com/office/drawing/2014/main" id="{685B09A0-6E3B-7ECF-2D7B-4BA1A81ED9A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4" name="Date Placeholder 3">
            <a:extLst>
              <a:ext uri="{FF2B5EF4-FFF2-40B4-BE49-F238E27FC236}">
                <a16:creationId xmlns:a16="http://schemas.microsoft.com/office/drawing/2014/main" id="{0CECA2A3-DC73-1B20-0149-89B7500999CE}"/>
              </a:ext>
            </a:extLst>
          </p:cNvPr>
          <p:cNvSpPr>
            <a:spLocks noGrp="1"/>
          </p:cNvSpPr>
          <p:nvPr>
            <p:ph type="dt" sz="half" idx="10"/>
          </p:nvPr>
        </p:nvSpPr>
        <p:spPr/>
        <p:txBody>
          <a:bodyPr/>
          <a:lstStyle/>
          <a:p>
            <a:fld id="{636BBDFE-C365-40B5-8890-235D47F35F76}" type="datetimeFigureOut">
              <a:rPr lang="en-AE" smtClean="0"/>
              <a:t>31/01/2026</a:t>
            </a:fld>
            <a:endParaRPr lang="en-AE"/>
          </a:p>
        </p:txBody>
      </p:sp>
      <p:sp>
        <p:nvSpPr>
          <p:cNvPr id="5" name="Footer Placeholder 4">
            <a:extLst>
              <a:ext uri="{FF2B5EF4-FFF2-40B4-BE49-F238E27FC236}">
                <a16:creationId xmlns:a16="http://schemas.microsoft.com/office/drawing/2014/main" id="{22B611A6-A7CC-39AE-C612-248DA7916DAB}"/>
              </a:ext>
            </a:extLst>
          </p:cNvPr>
          <p:cNvSpPr>
            <a:spLocks noGrp="1"/>
          </p:cNvSpPr>
          <p:nvPr>
            <p:ph type="ftr" sz="quarter" idx="11"/>
          </p:nvPr>
        </p:nvSpPr>
        <p:spPr/>
        <p:txBody>
          <a:bodyPr/>
          <a:lstStyle/>
          <a:p>
            <a:endParaRPr lang="en-AE"/>
          </a:p>
        </p:txBody>
      </p:sp>
      <p:sp>
        <p:nvSpPr>
          <p:cNvPr id="6" name="Slide Number Placeholder 5">
            <a:extLst>
              <a:ext uri="{FF2B5EF4-FFF2-40B4-BE49-F238E27FC236}">
                <a16:creationId xmlns:a16="http://schemas.microsoft.com/office/drawing/2014/main" id="{3DFE40C8-6C16-EDB9-9D64-40E695C0F008}"/>
              </a:ext>
            </a:extLst>
          </p:cNvPr>
          <p:cNvSpPr>
            <a:spLocks noGrp="1"/>
          </p:cNvSpPr>
          <p:nvPr>
            <p:ph type="sldNum" sz="quarter" idx="12"/>
          </p:nvPr>
        </p:nvSpPr>
        <p:spPr/>
        <p:txBody>
          <a:bodyPr/>
          <a:lstStyle/>
          <a:p>
            <a:fld id="{6F3E53F8-5CAE-4D58-A749-4C797EB5C2F4}" type="slidenum">
              <a:rPr lang="en-AE" smtClean="0"/>
              <a:t>‹#›</a:t>
            </a:fld>
            <a:endParaRPr lang="en-AE"/>
          </a:p>
        </p:txBody>
      </p:sp>
    </p:spTree>
    <p:extLst>
      <p:ext uri="{BB962C8B-B14F-4D97-AF65-F5344CB8AC3E}">
        <p14:creationId xmlns:p14="http://schemas.microsoft.com/office/powerpoint/2010/main" val="16287598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4FCF45-C7C6-C4D5-172E-8CE7A32A20D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E"/>
          </a:p>
        </p:txBody>
      </p:sp>
      <p:sp>
        <p:nvSpPr>
          <p:cNvPr id="3" name="Text Placeholder 2">
            <a:extLst>
              <a:ext uri="{FF2B5EF4-FFF2-40B4-BE49-F238E27FC236}">
                <a16:creationId xmlns:a16="http://schemas.microsoft.com/office/drawing/2014/main" id="{6B875ADC-779D-F6F5-9B54-F79FA6A69C5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ADCF66F-5691-B086-8D92-73173E12C2AB}"/>
              </a:ext>
            </a:extLst>
          </p:cNvPr>
          <p:cNvSpPr>
            <a:spLocks noGrp="1"/>
          </p:cNvSpPr>
          <p:nvPr>
            <p:ph type="dt" sz="half" idx="10"/>
          </p:nvPr>
        </p:nvSpPr>
        <p:spPr/>
        <p:txBody>
          <a:bodyPr/>
          <a:lstStyle/>
          <a:p>
            <a:fld id="{636BBDFE-C365-40B5-8890-235D47F35F76}" type="datetimeFigureOut">
              <a:rPr lang="en-AE" smtClean="0"/>
              <a:t>31/01/2026</a:t>
            </a:fld>
            <a:endParaRPr lang="en-AE"/>
          </a:p>
        </p:txBody>
      </p:sp>
      <p:sp>
        <p:nvSpPr>
          <p:cNvPr id="5" name="Footer Placeholder 4">
            <a:extLst>
              <a:ext uri="{FF2B5EF4-FFF2-40B4-BE49-F238E27FC236}">
                <a16:creationId xmlns:a16="http://schemas.microsoft.com/office/drawing/2014/main" id="{F6259D35-ED1B-D525-308D-87CEA97FE4A0}"/>
              </a:ext>
            </a:extLst>
          </p:cNvPr>
          <p:cNvSpPr>
            <a:spLocks noGrp="1"/>
          </p:cNvSpPr>
          <p:nvPr>
            <p:ph type="ftr" sz="quarter" idx="11"/>
          </p:nvPr>
        </p:nvSpPr>
        <p:spPr/>
        <p:txBody>
          <a:bodyPr/>
          <a:lstStyle/>
          <a:p>
            <a:endParaRPr lang="en-AE"/>
          </a:p>
        </p:txBody>
      </p:sp>
      <p:sp>
        <p:nvSpPr>
          <p:cNvPr id="6" name="Slide Number Placeholder 5">
            <a:extLst>
              <a:ext uri="{FF2B5EF4-FFF2-40B4-BE49-F238E27FC236}">
                <a16:creationId xmlns:a16="http://schemas.microsoft.com/office/drawing/2014/main" id="{C81754F9-CD34-6142-3159-542758C3F2CE}"/>
              </a:ext>
            </a:extLst>
          </p:cNvPr>
          <p:cNvSpPr>
            <a:spLocks noGrp="1"/>
          </p:cNvSpPr>
          <p:nvPr>
            <p:ph type="sldNum" sz="quarter" idx="12"/>
          </p:nvPr>
        </p:nvSpPr>
        <p:spPr/>
        <p:txBody>
          <a:bodyPr/>
          <a:lstStyle/>
          <a:p>
            <a:fld id="{6F3E53F8-5CAE-4D58-A749-4C797EB5C2F4}" type="slidenum">
              <a:rPr lang="en-AE" smtClean="0"/>
              <a:t>‹#›</a:t>
            </a:fld>
            <a:endParaRPr lang="en-AE"/>
          </a:p>
        </p:txBody>
      </p:sp>
    </p:spTree>
    <p:extLst>
      <p:ext uri="{BB962C8B-B14F-4D97-AF65-F5344CB8AC3E}">
        <p14:creationId xmlns:p14="http://schemas.microsoft.com/office/powerpoint/2010/main" val="15576848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8C4CD9-68D1-2356-4CDF-21AB0893FFF5}"/>
              </a:ext>
            </a:extLst>
          </p:cNvPr>
          <p:cNvSpPr>
            <a:spLocks noGrp="1"/>
          </p:cNvSpPr>
          <p:nvPr>
            <p:ph type="title"/>
          </p:nvPr>
        </p:nvSpPr>
        <p:spPr/>
        <p:txBody>
          <a:bodyPr/>
          <a:lstStyle/>
          <a:p>
            <a:r>
              <a:rPr lang="en-US"/>
              <a:t>Click to edit Master title style</a:t>
            </a:r>
            <a:endParaRPr lang="en-AE"/>
          </a:p>
        </p:txBody>
      </p:sp>
      <p:sp>
        <p:nvSpPr>
          <p:cNvPr id="3" name="Content Placeholder 2">
            <a:extLst>
              <a:ext uri="{FF2B5EF4-FFF2-40B4-BE49-F238E27FC236}">
                <a16:creationId xmlns:a16="http://schemas.microsoft.com/office/drawing/2014/main" id="{7366EEC7-4E3A-4FA0-4D17-EEC82DBE143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4" name="Content Placeholder 3">
            <a:extLst>
              <a:ext uri="{FF2B5EF4-FFF2-40B4-BE49-F238E27FC236}">
                <a16:creationId xmlns:a16="http://schemas.microsoft.com/office/drawing/2014/main" id="{0EEC24C6-CD09-DA76-43A7-0D20B35D0B6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5" name="Date Placeholder 4">
            <a:extLst>
              <a:ext uri="{FF2B5EF4-FFF2-40B4-BE49-F238E27FC236}">
                <a16:creationId xmlns:a16="http://schemas.microsoft.com/office/drawing/2014/main" id="{9B07A682-CF16-EC23-7483-AFAB052FBB72}"/>
              </a:ext>
            </a:extLst>
          </p:cNvPr>
          <p:cNvSpPr>
            <a:spLocks noGrp="1"/>
          </p:cNvSpPr>
          <p:nvPr>
            <p:ph type="dt" sz="half" idx="10"/>
          </p:nvPr>
        </p:nvSpPr>
        <p:spPr/>
        <p:txBody>
          <a:bodyPr/>
          <a:lstStyle/>
          <a:p>
            <a:fld id="{636BBDFE-C365-40B5-8890-235D47F35F76}" type="datetimeFigureOut">
              <a:rPr lang="en-AE" smtClean="0"/>
              <a:t>31/01/2026</a:t>
            </a:fld>
            <a:endParaRPr lang="en-AE"/>
          </a:p>
        </p:txBody>
      </p:sp>
      <p:sp>
        <p:nvSpPr>
          <p:cNvPr id="6" name="Footer Placeholder 5">
            <a:extLst>
              <a:ext uri="{FF2B5EF4-FFF2-40B4-BE49-F238E27FC236}">
                <a16:creationId xmlns:a16="http://schemas.microsoft.com/office/drawing/2014/main" id="{28323E70-DDD5-44BB-CC18-845E813F4C7A}"/>
              </a:ext>
            </a:extLst>
          </p:cNvPr>
          <p:cNvSpPr>
            <a:spLocks noGrp="1"/>
          </p:cNvSpPr>
          <p:nvPr>
            <p:ph type="ftr" sz="quarter" idx="11"/>
          </p:nvPr>
        </p:nvSpPr>
        <p:spPr/>
        <p:txBody>
          <a:bodyPr/>
          <a:lstStyle/>
          <a:p>
            <a:endParaRPr lang="en-AE"/>
          </a:p>
        </p:txBody>
      </p:sp>
      <p:sp>
        <p:nvSpPr>
          <p:cNvPr id="7" name="Slide Number Placeholder 6">
            <a:extLst>
              <a:ext uri="{FF2B5EF4-FFF2-40B4-BE49-F238E27FC236}">
                <a16:creationId xmlns:a16="http://schemas.microsoft.com/office/drawing/2014/main" id="{3912E7F3-17D4-E81D-4311-9365E30A6ABE}"/>
              </a:ext>
            </a:extLst>
          </p:cNvPr>
          <p:cNvSpPr>
            <a:spLocks noGrp="1"/>
          </p:cNvSpPr>
          <p:nvPr>
            <p:ph type="sldNum" sz="quarter" idx="12"/>
          </p:nvPr>
        </p:nvSpPr>
        <p:spPr/>
        <p:txBody>
          <a:bodyPr/>
          <a:lstStyle/>
          <a:p>
            <a:fld id="{6F3E53F8-5CAE-4D58-A749-4C797EB5C2F4}" type="slidenum">
              <a:rPr lang="en-AE" smtClean="0"/>
              <a:t>‹#›</a:t>
            </a:fld>
            <a:endParaRPr lang="en-AE"/>
          </a:p>
        </p:txBody>
      </p:sp>
    </p:spTree>
    <p:extLst>
      <p:ext uri="{BB962C8B-B14F-4D97-AF65-F5344CB8AC3E}">
        <p14:creationId xmlns:p14="http://schemas.microsoft.com/office/powerpoint/2010/main" val="39699354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8E4869-6657-5A22-01BA-7214DFB891E6}"/>
              </a:ext>
            </a:extLst>
          </p:cNvPr>
          <p:cNvSpPr>
            <a:spLocks noGrp="1"/>
          </p:cNvSpPr>
          <p:nvPr>
            <p:ph type="title"/>
          </p:nvPr>
        </p:nvSpPr>
        <p:spPr>
          <a:xfrm>
            <a:off x="839788" y="365125"/>
            <a:ext cx="10515600" cy="1325563"/>
          </a:xfrm>
        </p:spPr>
        <p:txBody>
          <a:bodyPr/>
          <a:lstStyle/>
          <a:p>
            <a:r>
              <a:rPr lang="en-US"/>
              <a:t>Click to edit Master title style</a:t>
            </a:r>
            <a:endParaRPr lang="en-AE"/>
          </a:p>
        </p:txBody>
      </p:sp>
      <p:sp>
        <p:nvSpPr>
          <p:cNvPr id="3" name="Text Placeholder 2">
            <a:extLst>
              <a:ext uri="{FF2B5EF4-FFF2-40B4-BE49-F238E27FC236}">
                <a16:creationId xmlns:a16="http://schemas.microsoft.com/office/drawing/2014/main" id="{506898F6-9BE6-5463-1E78-CC586E23D03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A8BFD96-910C-DB4F-9D34-B6E9D6AEC85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5" name="Text Placeholder 4">
            <a:extLst>
              <a:ext uri="{FF2B5EF4-FFF2-40B4-BE49-F238E27FC236}">
                <a16:creationId xmlns:a16="http://schemas.microsoft.com/office/drawing/2014/main" id="{B301819C-8C99-3F6E-18CF-0457DFEBB2C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3CA78EA-1C37-F9F8-AD9F-49F27EAAD9D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7" name="Date Placeholder 6">
            <a:extLst>
              <a:ext uri="{FF2B5EF4-FFF2-40B4-BE49-F238E27FC236}">
                <a16:creationId xmlns:a16="http://schemas.microsoft.com/office/drawing/2014/main" id="{D17EEE06-B461-3F33-E3D0-AF9A9DBA555C}"/>
              </a:ext>
            </a:extLst>
          </p:cNvPr>
          <p:cNvSpPr>
            <a:spLocks noGrp="1"/>
          </p:cNvSpPr>
          <p:nvPr>
            <p:ph type="dt" sz="half" idx="10"/>
          </p:nvPr>
        </p:nvSpPr>
        <p:spPr/>
        <p:txBody>
          <a:bodyPr/>
          <a:lstStyle/>
          <a:p>
            <a:fld id="{636BBDFE-C365-40B5-8890-235D47F35F76}" type="datetimeFigureOut">
              <a:rPr lang="en-AE" smtClean="0"/>
              <a:t>31/01/2026</a:t>
            </a:fld>
            <a:endParaRPr lang="en-AE"/>
          </a:p>
        </p:txBody>
      </p:sp>
      <p:sp>
        <p:nvSpPr>
          <p:cNvPr id="8" name="Footer Placeholder 7">
            <a:extLst>
              <a:ext uri="{FF2B5EF4-FFF2-40B4-BE49-F238E27FC236}">
                <a16:creationId xmlns:a16="http://schemas.microsoft.com/office/drawing/2014/main" id="{E728AD93-C979-643F-3874-83B500EDA99B}"/>
              </a:ext>
            </a:extLst>
          </p:cNvPr>
          <p:cNvSpPr>
            <a:spLocks noGrp="1"/>
          </p:cNvSpPr>
          <p:nvPr>
            <p:ph type="ftr" sz="quarter" idx="11"/>
          </p:nvPr>
        </p:nvSpPr>
        <p:spPr/>
        <p:txBody>
          <a:bodyPr/>
          <a:lstStyle/>
          <a:p>
            <a:endParaRPr lang="en-AE"/>
          </a:p>
        </p:txBody>
      </p:sp>
      <p:sp>
        <p:nvSpPr>
          <p:cNvPr id="9" name="Slide Number Placeholder 8">
            <a:extLst>
              <a:ext uri="{FF2B5EF4-FFF2-40B4-BE49-F238E27FC236}">
                <a16:creationId xmlns:a16="http://schemas.microsoft.com/office/drawing/2014/main" id="{AB3D22D0-E740-98B9-B2CB-4480D5321E23}"/>
              </a:ext>
            </a:extLst>
          </p:cNvPr>
          <p:cNvSpPr>
            <a:spLocks noGrp="1"/>
          </p:cNvSpPr>
          <p:nvPr>
            <p:ph type="sldNum" sz="quarter" idx="12"/>
          </p:nvPr>
        </p:nvSpPr>
        <p:spPr/>
        <p:txBody>
          <a:bodyPr/>
          <a:lstStyle/>
          <a:p>
            <a:fld id="{6F3E53F8-5CAE-4D58-A749-4C797EB5C2F4}" type="slidenum">
              <a:rPr lang="en-AE" smtClean="0"/>
              <a:t>‹#›</a:t>
            </a:fld>
            <a:endParaRPr lang="en-AE"/>
          </a:p>
        </p:txBody>
      </p:sp>
    </p:spTree>
    <p:extLst>
      <p:ext uri="{BB962C8B-B14F-4D97-AF65-F5344CB8AC3E}">
        <p14:creationId xmlns:p14="http://schemas.microsoft.com/office/powerpoint/2010/main" val="22198014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2C563D-A4A0-7B43-BB2C-74928B258D84}"/>
              </a:ext>
            </a:extLst>
          </p:cNvPr>
          <p:cNvSpPr>
            <a:spLocks noGrp="1"/>
          </p:cNvSpPr>
          <p:nvPr>
            <p:ph type="title"/>
          </p:nvPr>
        </p:nvSpPr>
        <p:spPr/>
        <p:txBody>
          <a:bodyPr/>
          <a:lstStyle/>
          <a:p>
            <a:r>
              <a:rPr lang="en-US"/>
              <a:t>Click to edit Master title style</a:t>
            </a:r>
            <a:endParaRPr lang="en-AE"/>
          </a:p>
        </p:txBody>
      </p:sp>
      <p:sp>
        <p:nvSpPr>
          <p:cNvPr id="3" name="Date Placeholder 2">
            <a:extLst>
              <a:ext uri="{FF2B5EF4-FFF2-40B4-BE49-F238E27FC236}">
                <a16:creationId xmlns:a16="http://schemas.microsoft.com/office/drawing/2014/main" id="{C8B035B7-BA01-7BC1-21E1-6720059BAF30}"/>
              </a:ext>
            </a:extLst>
          </p:cNvPr>
          <p:cNvSpPr>
            <a:spLocks noGrp="1"/>
          </p:cNvSpPr>
          <p:nvPr>
            <p:ph type="dt" sz="half" idx="10"/>
          </p:nvPr>
        </p:nvSpPr>
        <p:spPr/>
        <p:txBody>
          <a:bodyPr/>
          <a:lstStyle/>
          <a:p>
            <a:fld id="{636BBDFE-C365-40B5-8890-235D47F35F76}" type="datetimeFigureOut">
              <a:rPr lang="en-AE" smtClean="0"/>
              <a:t>31/01/2026</a:t>
            </a:fld>
            <a:endParaRPr lang="en-AE"/>
          </a:p>
        </p:txBody>
      </p:sp>
      <p:sp>
        <p:nvSpPr>
          <p:cNvPr id="4" name="Footer Placeholder 3">
            <a:extLst>
              <a:ext uri="{FF2B5EF4-FFF2-40B4-BE49-F238E27FC236}">
                <a16:creationId xmlns:a16="http://schemas.microsoft.com/office/drawing/2014/main" id="{5AD75C50-2BD9-2DEF-7D3C-8F97DFF505C9}"/>
              </a:ext>
            </a:extLst>
          </p:cNvPr>
          <p:cNvSpPr>
            <a:spLocks noGrp="1"/>
          </p:cNvSpPr>
          <p:nvPr>
            <p:ph type="ftr" sz="quarter" idx="11"/>
          </p:nvPr>
        </p:nvSpPr>
        <p:spPr/>
        <p:txBody>
          <a:bodyPr/>
          <a:lstStyle/>
          <a:p>
            <a:endParaRPr lang="en-AE"/>
          </a:p>
        </p:txBody>
      </p:sp>
      <p:sp>
        <p:nvSpPr>
          <p:cNvPr id="5" name="Slide Number Placeholder 4">
            <a:extLst>
              <a:ext uri="{FF2B5EF4-FFF2-40B4-BE49-F238E27FC236}">
                <a16:creationId xmlns:a16="http://schemas.microsoft.com/office/drawing/2014/main" id="{120EF85F-EEF9-3337-82DF-2B4664F0EBC0}"/>
              </a:ext>
            </a:extLst>
          </p:cNvPr>
          <p:cNvSpPr>
            <a:spLocks noGrp="1"/>
          </p:cNvSpPr>
          <p:nvPr>
            <p:ph type="sldNum" sz="quarter" idx="12"/>
          </p:nvPr>
        </p:nvSpPr>
        <p:spPr/>
        <p:txBody>
          <a:bodyPr/>
          <a:lstStyle/>
          <a:p>
            <a:fld id="{6F3E53F8-5CAE-4D58-A749-4C797EB5C2F4}" type="slidenum">
              <a:rPr lang="en-AE" smtClean="0"/>
              <a:t>‹#›</a:t>
            </a:fld>
            <a:endParaRPr lang="en-AE"/>
          </a:p>
        </p:txBody>
      </p:sp>
    </p:spTree>
    <p:extLst>
      <p:ext uri="{BB962C8B-B14F-4D97-AF65-F5344CB8AC3E}">
        <p14:creationId xmlns:p14="http://schemas.microsoft.com/office/powerpoint/2010/main" val="23871486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E013FD9-63C5-D930-79A0-C6D828E7162A}"/>
              </a:ext>
            </a:extLst>
          </p:cNvPr>
          <p:cNvSpPr>
            <a:spLocks noGrp="1"/>
          </p:cNvSpPr>
          <p:nvPr>
            <p:ph type="dt" sz="half" idx="10"/>
          </p:nvPr>
        </p:nvSpPr>
        <p:spPr/>
        <p:txBody>
          <a:bodyPr/>
          <a:lstStyle/>
          <a:p>
            <a:fld id="{636BBDFE-C365-40B5-8890-235D47F35F76}" type="datetimeFigureOut">
              <a:rPr lang="en-AE" smtClean="0"/>
              <a:t>31/01/2026</a:t>
            </a:fld>
            <a:endParaRPr lang="en-AE"/>
          </a:p>
        </p:txBody>
      </p:sp>
      <p:sp>
        <p:nvSpPr>
          <p:cNvPr id="3" name="Footer Placeholder 2">
            <a:extLst>
              <a:ext uri="{FF2B5EF4-FFF2-40B4-BE49-F238E27FC236}">
                <a16:creationId xmlns:a16="http://schemas.microsoft.com/office/drawing/2014/main" id="{6092862B-D147-A1B7-013D-AE4AFBB5DB9D}"/>
              </a:ext>
            </a:extLst>
          </p:cNvPr>
          <p:cNvSpPr>
            <a:spLocks noGrp="1"/>
          </p:cNvSpPr>
          <p:nvPr>
            <p:ph type="ftr" sz="quarter" idx="11"/>
          </p:nvPr>
        </p:nvSpPr>
        <p:spPr/>
        <p:txBody>
          <a:bodyPr/>
          <a:lstStyle/>
          <a:p>
            <a:endParaRPr lang="en-AE"/>
          </a:p>
        </p:txBody>
      </p:sp>
      <p:sp>
        <p:nvSpPr>
          <p:cNvPr id="4" name="Slide Number Placeholder 3">
            <a:extLst>
              <a:ext uri="{FF2B5EF4-FFF2-40B4-BE49-F238E27FC236}">
                <a16:creationId xmlns:a16="http://schemas.microsoft.com/office/drawing/2014/main" id="{ECE25614-C5CB-61D7-E107-2CAF04150336}"/>
              </a:ext>
            </a:extLst>
          </p:cNvPr>
          <p:cNvSpPr>
            <a:spLocks noGrp="1"/>
          </p:cNvSpPr>
          <p:nvPr>
            <p:ph type="sldNum" sz="quarter" idx="12"/>
          </p:nvPr>
        </p:nvSpPr>
        <p:spPr/>
        <p:txBody>
          <a:bodyPr/>
          <a:lstStyle/>
          <a:p>
            <a:fld id="{6F3E53F8-5CAE-4D58-A749-4C797EB5C2F4}" type="slidenum">
              <a:rPr lang="en-AE" smtClean="0"/>
              <a:t>‹#›</a:t>
            </a:fld>
            <a:endParaRPr lang="en-AE"/>
          </a:p>
        </p:txBody>
      </p:sp>
    </p:spTree>
    <p:extLst>
      <p:ext uri="{BB962C8B-B14F-4D97-AF65-F5344CB8AC3E}">
        <p14:creationId xmlns:p14="http://schemas.microsoft.com/office/powerpoint/2010/main" val="22438540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1251CF-1911-2F3B-27D9-966EAFA61AD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E"/>
          </a:p>
        </p:txBody>
      </p:sp>
      <p:sp>
        <p:nvSpPr>
          <p:cNvPr id="3" name="Content Placeholder 2">
            <a:extLst>
              <a:ext uri="{FF2B5EF4-FFF2-40B4-BE49-F238E27FC236}">
                <a16:creationId xmlns:a16="http://schemas.microsoft.com/office/drawing/2014/main" id="{EEFA2480-9B45-62B3-A317-659065F63CD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4" name="Text Placeholder 3">
            <a:extLst>
              <a:ext uri="{FF2B5EF4-FFF2-40B4-BE49-F238E27FC236}">
                <a16:creationId xmlns:a16="http://schemas.microsoft.com/office/drawing/2014/main" id="{B22BDE2E-F605-E9D6-8CE3-86D6773D997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A283322-168C-F16C-96CD-00E68C743BE1}"/>
              </a:ext>
            </a:extLst>
          </p:cNvPr>
          <p:cNvSpPr>
            <a:spLocks noGrp="1"/>
          </p:cNvSpPr>
          <p:nvPr>
            <p:ph type="dt" sz="half" idx="10"/>
          </p:nvPr>
        </p:nvSpPr>
        <p:spPr/>
        <p:txBody>
          <a:bodyPr/>
          <a:lstStyle/>
          <a:p>
            <a:fld id="{636BBDFE-C365-40B5-8890-235D47F35F76}" type="datetimeFigureOut">
              <a:rPr lang="en-AE" smtClean="0"/>
              <a:t>31/01/2026</a:t>
            </a:fld>
            <a:endParaRPr lang="en-AE"/>
          </a:p>
        </p:txBody>
      </p:sp>
      <p:sp>
        <p:nvSpPr>
          <p:cNvPr id="6" name="Footer Placeholder 5">
            <a:extLst>
              <a:ext uri="{FF2B5EF4-FFF2-40B4-BE49-F238E27FC236}">
                <a16:creationId xmlns:a16="http://schemas.microsoft.com/office/drawing/2014/main" id="{8336FBF6-DCAB-5684-D7F5-EC30A4D5B451}"/>
              </a:ext>
            </a:extLst>
          </p:cNvPr>
          <p:cNvSpPr>
            <a:spLocks noGrp="1"/>
          </p:cNvSpPr>
          <p:nvPr>
            <p:ph type="ftr" sz="quarter" idx="11"/>
          </p:nvPr>
        </p:nvSpPr>
        <p:spPr/>
        <p:txBody>
          <a:bodyPr/>
          <a:lstStyle/>
          <a:p>
            <a:endParaRPr lang="en-AE"/>
          </a:p>
        </p:txBody>
      </p:sp>
      <p:sp>
        <p:nvSpPr>
          <p:cNvPr id="7" name="Slide Number Placeholder 6">
            <a:extLst>
              <a:ext uri="{FF2B5EF4-FFF2-40B4-BE49-F238E27FC236}">
                <a16:creationId xmlns:a16="http://schemas.microsoft.com/office/drawing/2014/main" id="{BC8B7398-16C2-8999-87A3-B0064989A5F9}"/>
              </a:ext>
            </a:extLst>
          </p:cNvPr>
          <p:cNvSpPr>
            <a:spLocks noGrp="1"/>
          </p:cNvSpPr>
          <p:nvPr>
            <p:ph type="sldNum" sz="quarter" idx="12"/>
          </p:nvPr>
        </p:nvSpPr>
        <p:spPr/>
        <p:txBody>
          <a:bodyPr/>
          <a:lstStyle/>
          <a:p>
            <a:fld id="{6F3E53F8-5CAE-4D58-A749-4C797EB5C2F4}" type="slidenum">
              <a:rPr lang="en-AE" smtClean="0"/>
              <a:t>‹#›</a:t>
            </a:fld>
            <a:endParaRPr lang="en-AE"/>
          </a:p>
        </p:txBody>
      </p:sp>
    </p:spTree>
    <p:extLst>
      <p:ext uri="{BB962C8B-B14F-4D97-AF65-F5344CB8AC3E}">
        <p14:creationId xmlns:p14="http://schemas.microsoft.com/office/powerpoint/2010/main" val="21230121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A9CF4C-7D0B-C40E-2D71-8A159106995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E"/>
          </a:p>
        </p:txBody>
      </p:sp>
      <p:sp>
        <p:nvSpPr>
          <p:cNvPr id="3" name="Picture Placeholder 2">
            <a:extLst>
              <a:ext uri="{FF2B5EF4-FFF2-40B4-BE49-F238E27FC236}">
                <a16:creationId xmlns:a16="http://schemas.microsoft.com/office/drawing/2014/main" id="{3DE22DEA-D60A-416E-15D8-B3A8FA4B3E6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E"/>
          </a:p>
        </p:txBody>
      </p:sp>
      <p:sp>
        <p:nvSpPr>
          <p:cNvPr id="4" name="Text Placeholder 3">
            <a:extLst>
              <a:ext uri="{FF2B5EF4-FFF2-40B4-BE49-F238E27FC236}">
                <a16:creationId xmlns:a16="http://schemas.microsoft.com/office/drawing/2014/main" id="{B4F5F7D4-B350-A336-240C-F0D8F55E1C1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7E12FEA-9502-EBC2-0426-5C61C4380EA3}"/>
              </a:ext>
            </a:extLst>
          </p:cNvPr>
          <p:cNvSpPr>
            <a:spLocks noGrp="1"/>
          </p:cNvSpPr>
          <p:nvPr>
            <p:ph type="dt" sz="half" idx="10"/>
          </p:nvPr>
        </p:nvSpPr>
        <p:spPr/>
        <p:txBody>
          <a:bodyPr/>
          <a:lstStyle/>
          <a:p>
            <a:fld id="{636BBDFE-C365-40B5-8890-235D47F35F76}" type="datetimeFigureOut">
              <a:rPr lang="en-AE" smtClean="0"/>
              <a:t>31/01/2026</a:t>
            </a:fld>
            <a:endParaRPr lang="en-AE"/>
          </a:p>
        </p:txBody>
      </p:sp>
      <p:sp>
        <p:nvSpPr>
          <p:cNvPr id="6" name="Footer Placeholder 5">
            <a:extLst>
              <a:ext uri="{FF2B5EF4-FFF2-40B4-BE49-F238E27FC236}">
                <a16:creationId xmlns:a16="http://schemas.microsoft.com/office/drawing/2014/main" id="{5AFCFC5A-27F4-5EEA-3241-C4DB301C4B1C}"/>
              </a:ext>
            </a:extLst>
          </p:cNvPr>
          <p:cNvSpPr>
            <a:spLocks noGrp="1"/>
          </p:cNvSpPr>
          <p:nvPr>
            <p:ph type="ftr" sz="quarter" idx="11"/>
          </p:nvPr>
        </p:nvSpPr>
        <p:spPr/>
        <p:txBody>
          <a:bodyPr/>
          <a:lstStyle/>
          <a:p>
            <a:endParaRPr lang="en-AE"/>
          </a:p>
        </p:txBody>
      </p:sp>
      <p:sp>
        <p:nvSpPr>
          <p:cNvPr id="7" name="Slide Number Placeholder 6">
            <a:extLst>
              <a:ext uri="{FF2B5EF4-FFF2-40B4-BE49-F238E27FC236}">
                <a16:creationId xmlns:a16="http://schemas.microsoft.com/office/drawing/2014/main" id="{8B33E60D-86A1-4182-FAD8-80EE047EEC3A}"/>
              </a:ext>
            </a:extLst>
          </p:cNvPr>
          <p:cNvSpPr>
            <a:spLocks noGrp="1"/>
          </p:cNvSpPr>
          <p:nvPr>
            <p:ph type="sldNum" sz="quarter" idx="12"/>
          </p:nvPr>
        </p:nvSpPr>
        <p:spPr/>
        <p:txBody>
          <a:bodyPr/>
          <a:lstStyle/>
          <a:p>
            <a:fld id="{6F3E53F8-5CAE-4D58-A749-4C797EB5C2F4}" type="slidenum">
              <a:rPr lang="en-AE" smtClean="0"/>
              <a:t>‹#›</a:t>
            </a:fld>
            <a:endParaRPr lang="en-AE"/>
          </a:p>
        </p:txBody>
      </p:sp>
    </p:spTree>
    <p:extLst>
      <p:ext uri="{BB962C8B-B14F-4D97-AF65-F5344CB8AC3E}">
        <p14:creationId xmlns:p14="http://schemas.microsoft.com/office/powerpoint/2010/main" val="39960834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2D34DD-072C-EB50-65BC-193D9DE2E797}"/>
              </a:ext>
            </a:extLst>
          </p:cNvPr>
          <p:cNvSpPr>
            <a:spLocks noGrp="1"/>
          </p:cNvSpPr>
          <p:nvPr>
            <p:ph type="title"/>
          </p:nvPr>
        </p:nvSpPr>
        <p:spPr/>
        <p:txBody>
          <a:bodyPr/>
          <a:lstStyle/>
          <a:p>
            <a:r>
              <a:rPr lang="en-US"/>
              <a:t>Click to edit Master title style</a:t>
            </a:r>
            <a:endParaRPr lang="en-AE"/>
          </a:p>
        </p:txBody>
      </p:sp>
      <p:sp>
        <p:nvSpPr>
          <p:cNvPr id="3" name="Vertical Text Placeholder 2">
            <a:extLst>
              <a:ext uri="{FF2B5EF4-FFF2-40B4-BE49-F238E27FC236}">
                <a16:creationId xmlns:a16="http://schemas.microsoft.com/office/drawing/2014/main" id="{05EC6E09-146B-6CCB-3D40-C5F9604D655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4" name="Date Placeholder 3">
            <a:extLst>
              <a:ext uri="{FF2B5EF4-FFF2-40B4-BE49-F238E27FC236}">
                <a16:creationId xmlns:a16="http://schemas.microsoft.com/office/drawing/2014/main" id="{602C9660-FB3F-8698-2CA3-C388992D7160}"/>
              </a:ext>
            </a:extLst>
          </p:cNvPr>
          <p:cNvSpPr>
            <a:spLocks noGrp="1"/>
          </p:cNvSpPr>
          <p:nvPr>
            <p:ph type="dt" sz="half" idx="10"/>
          </p:nvPr>
        </p:nvSpPr>
        <p:spPr/>
        <p:txBody>
          <a:bodyPr/>
          <a:lstStyle/>
          <a:p>
            <a:fld id="{636BBDFE-C365-40B5-8890-235D47F35F76}" type="datetimeFigureOut">
              <a:rPr lang="en-AE" smtClean="0"/>
              <a:t>31/01/2026</a:t>
            </a:fld>
            <a:endParaRPr lang="en-AE"/>
          </a:p>
        </p:txBody>
      </p:sp>
      <p:sp>
        <p:nvSpPr>
          <p:cNvPr id="5" name="Footer Placeholder 4">
            <a:extLst>
              <a:ext uri="{FF2B5EF4-FFF2-40B4-BE49-F238E27FC236}">
                <a16:creationId xmlns:a16="http://schemas.microsoft.com/office/drawing/2014/main" id="{0EFB67C0-B2C5-5592-A29A-1B0B9C746AFC}"/>
              </a:ext>
            </a:extLst>
          </p:cNvPr>
          <p:cNvSpPr>
            <a:spLocks noGrp="1"/>
          </p:cNvSpPr>
          <p:nvPr>
            <p:ph type="ftr" sz="quarter" idx="11"/>
          </p:nvPr>
        </p:nvSpPr>
        <p:spPr/>
        <p:txBody>
          <a:bodyPr/>
          <a:lstStyle/>
          <a:p>
            <a:endParaRPr lang="en-AE"/>
          </a:p>
        </p:txBody>
      </p:sp>
      <p:sp>
        <p:nvSpPr>
          <p:cNvPr id="6" name="Slide Number Placeholder 5">
            <a:extLst>
              <a:ext uri="{FF2B5EF4-FFF2-40B4-BE49-F238E27FC236}">
                <a16:creationId xmlns:a16="http://schemas.microsoft.com/office/drawing/2014/main" id="{D3EE9C2D-FC9F-C161-4FF9-8383FFD66EB1}"/>
              </a:ext>
            </a:extLst>
          </p:cNvPr>
          <p:cNvSpPr>
            <a:spLocks noGrp="1"/>
          </p:cNvSpPr>
          <p:nvPr>
            <p:ph type="sldNum" sz="quarter" idx="12"/>
          </p:nvPr>
        </p:nvSpPr>
        <p:spPr/>
        <p:txBody>
          <a:bodyPr/>
          <a:lstStyle/>
          <a:p>
            <a:fld id="{6F3E53F8-5CAE-4D58-A749-4C797EB5C2F4}" type="slidenum">
              <a:rPr lang="en-AE" smtClean="0"/>
              <a:t>‹#›</a:t>
            </a:fld>
            <a:endParaRPr lang="en-AE"/>
          </a:p>
        </p:txBody>
      </p:sp>
    </p:spTree>
    <p:extLst>
      <p:ext uri="{BB962C8B-B14F-4D97-AF65-F5344CB8AC3E}">
        <p14:creationId xmlns:p14="http://schemas.microsoft.com/office/powerpoint/2010/main" val="33223725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DABA646-15EF-ACEE-038C-207A15F2837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E"/>
          </a:p>
        </p:txBody>
      </p:sp>
      <p:sp>
        <p:nvSpPr>
          <p:cNvPr id="3" name="Vertical Text Placeholder 2">
            <a:extLst>
              <a:ext uri="{FF2B5EF4-FFF2-40B4-BE49-F238E27FC236}">
                <a16:creationId xmlns:a16="http://schemas.microsoft.com/office/drawing/2014/main" id="{4E576A76-55B6-27ED-1DB7-53E6EBD3E51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4" name="Date Placeholder 3">
            <a:extLst>
              <a:ext uri="{FF2B5EF4-FFF2-40B4-BE49-F238E27FC236}">
                <a16:creationId xmlns:a16="http://schemas.microsoft.com/office/drawing/2014/main" id="{07DAFAD2-35BD-DFBD-ACD5-C880DDFACE31}"/>
              </a:ext>
            </a:extLst>
          </p:cNvPr>
          <p:cNvSpPr>
            <a:spLocks noGrp="1"/>
          </p:cNvSpPr>
          <p:nvPr>
            <p:ph type="dt" sz="half" idx="10"/>
          </p:nvPr>
        </p:nvSpPr>
        <p:spPr/>
        <p:txBody>
          <a:bodyPr/>
          <a:lstStyle/>
          <a:p>
            <a:fld id="{636BBDFE-C365-40B5-8890-235D47F35F76}" type="datetimeFigureOut">
              <a:rPr lang="en-AE" smtClean="0"/>
              <a:t>31/01/2026</a:t>
            </a:fld>
            <a:endParaRPr lang="en-AE"/>
          </a:p>
        </p:txBody>
      </p:sp>
      <p:sp>
        <p:nvSpPr>
          <p:cNvPr id="5" name="Footer Placeholder 4">
            <a:extLst>
              <a:ext uri="{FF2B5EF4-FFF2-40B4-BE49-F238E27FC236}">
                <a16:creationId xmlns:a16="http://schemas.microsoft.com/office/drawing/2014/main" id="{EE32E092-B819-1170-C502-06A3C34A24A8}"/>
              </a:ext>
            </a:extLst>
          </p:cNvPr>
          <p:cNvSpPr>
            <a:spLocks noGrp="1"/>
          </p:cNvSpPr>
          <p:nvPr>
            <p:ph type="ftr" sz="quarter" idx="11"/>
          </p:nvPr>
        </p:nvSpPr>
        <p:spPr/>
        <p:txBody>
          <a:bodyPr/>
          <a:lstStyle/>
          <a:p>
            <a:endParaRPr lang="en-AE"/>
          </a:p>
        </p:txBody>
      </p:sp>
      <p:sp>
        <p:nvSpPr>
          <p:cNvPr id="6" name="Slide Number Placeholder 5">
            <a:extLst>
              <a:ext uri="{FF2B5EF4-FFF2-40B4-BE49-F238E27FC236}">
                <a16:creationId xmlns:a16="http://schemas.microsoft.com/office/drawing/2014/main" id="{E56874C1-7675-16C6-CE04-5156FA3D89BA}"/>
              </a:ext>
            </a:extLst>
          </p:cNvPr>
          <p:cNvSpPr>
            <a:spLocks noGrp="1"/>
          </p:cNvSpPr>
          <p:nvPr>
            <p:ph type="sldNum" sz="quarter" idx="12"/>
          </p:nvPr>
        </p:nvSpPr>
        <p:spPr/>
        <p:txBody>
          <a:bodyPr/>
          <a:lstStyle/>
          <a:p>
            <a:fld id="{6F3E53F8-5CAE-4D58-A749-4C797EB5C2F4}" type="slidenum">
              <a:rPr lang="en-AE" smtClean="0"/>
              <a:t>‹#›</a:t>
            </a:fld>
            <a:endParaRPr lang="en-AE"/>
          </a:p>
        </p:txBody>
      </p:sp>
    </p:spTree>
    <p:extLst>
      <p:ext uri="{BB962C8B-B14F-4D97-AF65-F5344CB8AC3E}">
        <p14:creationId xmlns:p14="http://schemas.microsoft.com/office/powerpoint/2010/main" val="30521365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1D4DE27-AF0F-A949-AF86-840DDA80369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E"/>
          </a:p>
        </p:txBody>
      </p:sp>
      <p:sp>
        <p:nvSpPr>
          <p:cNvPr id="3" name="Text Placeholder 2">
            <a:extLst>
              <a:ext uri="{FF2B5EF4-FFF2-40B4-BE49-F238E27FC236}">
                <a16:creationId xmlns:a16="http://schemas.microsoft.com/office/drawing/2014/main" id="{89652F1A-579D-17CA-D120-EFB736E20B3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4" name="Date Placeholder 3">
            <a:extLst>
              <a:ext uri="{FF2B5EF4-FFF2-40B4-BE49-F238E27FC236}">
                <a16:creationId xmlns:a16="http://schemas.microsoft.com/office/drawing/2014/main" id="{CD0DB654-6EC1-B7B8-F0A4-BA89185F87B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6BBDFE-C365-40B5-8890-235D47F35F76}" type="datetimeFigureOut">
              <a:rPr lang="en-AE" smtClean="0"/>
              <a:t>31/01/2026</a:t>
            </a:fld>
            <a:endParaRPr lang="en-AE"/>
          </a:p>
        </p:txBody>
      </p:sp>
      <p:sp>
        <p:nvSpPr>
          <p:cNvPr id="5" name="Footer Placeholder 4">
            <a:extLst>
              <a:ext uri="{FF2B5EF4-FFF2-40B4-BE49-F238E27FC236}">
                <a16:creationId xmlns:a16="http://schemas.microsoft.com/office/drawing/2014/main" id="{66493BC0-9EE2-AA1C-6A13-68F5E0A8009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E"/>
          </a:p>
        </p:txBody>
      </p:sp>
      <p:sp>
        <p:nvSpPr>
          <p:cNvPr id="6" name="Slide Number Placeholder 5">
            <a:extLst>
              <a:ext uri="{FF2B5EF4-FFF2-40B4-BE49-F238E27FC236}">
                <a16:creationId xmlns:a16="http://schemas.microsoft.com/office/drawing/2014/main" id="{B4A09631-B9D2-6C80-DCB5-DC679B96856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F3E53F8-5CAE-4D58-A749-4C797EB5C2F4}" type="slidenum">
              <a:rPr lang="en-AE" smtClean="0"/>
              <a:t>‹#›</a:t>
            </a:fld>
            <a:endParaRPr lang="en-AE"/>
          </a:p>
        </p:txBody>
      </p:sp>
    </p:spTree>
    <p:extLst>
      <p:ext uri="{BB962C8B-B14F-4D97-AF65-F5344CB8AC3E}">
        <p14:creationId xmlns:p14="http://schemas.microsoft.com/office/powerpoint/2010/main" val="18331674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E20DDC5-CE0F-F0B5-C813-3B375EC5A494}"/>
              </a:ext>
            </a:extLst>
          </p:cNvPr>
          <p:cNvPicPr>
            <a:picLocks noChangeAspect="1"/>
          </p:cNvPicPr>
          <p:nvPr/>
        </p:nvPicPr>
        <p:blipFill>
          <a:blip r:embed="rId2"/>
          <a:stretch>
            <a:fillRect/>
          </a:stretch>
        </p:blipFill>
        <p:spPr>
          <a:xfrm>
            <a:off x="2209018" y="2047328"/>
            <a:ext cx="8097301" cy="3544003"/>
          </a:xfrm>
          <a:prstGeom prst="rect">
            <a:avLst/>
          </a:prstGeom>
        </p:spPr>
      </p:pic>
      <p:sp>
        <p:nvSpPr>
          <p:cNvPr id="3" name="TextBox 2">
            <a:extLst>
              <a:ext uri="{FF2B5EF4-FFF2-40B4-BE49-F238E27FC236}">
                <a16:creationId xmlns:a16="http://schemas.microsoft.com/office/drawing/2014/main" id="{47D773D4-071B-578D-7DD0-E5CF288CBE5A}"/>
              </a:ext>
            </a:extLst>
          </p:cNvPr>
          <p:cNvSpPr txBox="1"/>
          <p:nvPr/>
        </p:nvSpPr>
        <p:spPr>
          <a:xfrm>
            <a:off x="2005602" y="329519"/>
            <a:ext cx="9192050" cy="646331"/>
          </a:xfrm>
          <a:prstGeom prst="rect">
            <a:avLst/>
          </a:prstGeom>
          <a:noFill/>
        </p:spPr>
        <p:txBody>
          <a:bodyPr wrap="square">
            <a:spAutoFit/>
          </a:bodyPr>
          <a:lstStyle/>
          <a:p>
            <a:r>
              <a:rPr lang="en-US" b="0" i="0" dirty="0">
                <a:solidFill>
                  <a:srgbClr val="191919"/>
                </a:solidFill>
                <a:effectLst/>
                <a:latin typeface="Roboto Slab" panose="020F0502020204030204" pitchFamily="2" charset="0"/>
              </a:rPr>
              <a:t>AdaBoost (Adaptive Boosting) is an ensemble learning method that combines multiple weak learners to create a stronger model.</a:t>
            </a:r>
            <a:endParaRPr lang="en-AE" dirty="0"/>
          </a:p>
        </p:txBody>
      </p:sp>
    </p:spTree>
    <p:extLst>
      <p:ext uri="{BB962C8B-B14F-4D97-AF65-F5344CB8AC3E}">
        <p14:creationId xmlns:p14="http://schemas.microsoft.com/office/powerpoint/2010/main" val="36740123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0E88B12-96C4-1D8F-42EB-6E43B0A89985}"/>
              </a:ext>
            </a:extLst>
          </p:cNvPr>
          <p:cNvPicPr>
            <a:picLocks noChangeAspect="1"/>
          </p:cNvPicPr>
          <p:nvPr/>
        </p:nvPicPr>
        <p:blipFill>
          <a:blip r:embed="rId2"/>
          <a:stretch>
            <a:fillRect/>
          </a:stretch>
        </p:blipFill>
        <p:spPr>
          <a:xfrm>
            <a:off x="3117954" y="1626477"/>
            <a:ext cx="5263343" cy="4533231"/>
          </a:xfrm>
          <a:prstGeom prst="rect">
            <a:avLst/>
          </a:prstGeom>
        </p:spPr>
      </p:pic>
      <p:sp>
        <p:nvSpPr>
          <p:cNvPr id="7" name="TextBox 6">
            <a:extLst>
              <a:ext uri="{FF2B5EF4-FFF2-40B4-BE49-F238E27FC236}">
                <a16:creationId xmlns:a16="http://schemas.microsoft.com/office/drawing/2014/main" id="{15365667-FAB0-9941-E9CC-DFD38FBBB7A0}"/>
              </a:ext>
            </a:extLst>
          </p:cNvPr>
          <p:cNvSpPr txBox="1"/>
          <p:nvPr/>
        </p:nvSpPr>
        <p:spPr>
          <a:xfrm>
            <a:off x="929390" y="426148"/>
            <a:ext cx="10103371" cy="923330"/>
          </a:xfrm>
          <a:prstGeom prst="rect">
            <a:avLst/>
          </a:prstGeom>
          <a:noFill/>
        </p:spPr>
        <p:txBody>
          <a:bodyPr wrap="square">
            <a:spAutoFit/>
          </a:bodyPr>
          <a:lstStyle/>
          <a:p>
            <a:r>
              <a:rPr lang="en-US" b="0" i="0" dirty="0">
                <a:solidFill>
                  <a:srgbClr val="273239"/>
                </a:solidFill>
                <a:effectLst/>
                <a:latin typeface="Nunito" panose="020F0502020204030204" pitchFamily="2" charset="0"/>
              </a:rPr>
              <a:t>building an ensemble of decision trees sequentially where each new tree corrects the errors made by the previous one. It uses advanced optimization techniques and regularization methods that reduce overfitting and improve model performance.</a:t>
            </a:r>
            <a:endParaRPr lang="en-AE" dirty="0"/>
          </a:p>
        </p:txBody>
      </p:sp>
    </p:spTree>
    <p:extLst>
      <p:ext uri="{BB962C8B-B14F-4D97-AF65-F5344CB8AC3E}">
        <p14:creationId xmlns:p14="http://schemas.microsoft.com/office/powerpoint/2010/main" val="13273824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AC65F02-7006-052E-B3AE-1885DEC551DF}"/>
              </a:ext>
            </a:extLst>
          </p:cNvPr>
          <p:cNvPicPr>
            <a:picLocks noChangeAspect="1"/>
          </p:cNvPicPr>
          <p:nvPr/>
        </p:nvPicPr>
        <p:blipFill>
          <a:blip r:embed="rId2"/>
          <a:stretch>
            <a:fillRect/>
          </a:stretch>
        </p:blipFill>
        <p:spPr>
          <a:xfrm>
            <a:off x="2880296" y="2070750"/>
            <a:ext cx="7117925" cy="3910325"/>
          </a:xfrm>
          <a:prstGeom prst="rect">
            <a:avLst/>
          </a:prstGeom>
        </p:spPr>
      </p:pic>
      <p:sp>
        <p:nvSpPr>
          <p:cNvPr id="7" name="TextBox 6">
            <a:extLst>
              <a:ext uri="{FF2B5EF4-FFF2-40B4-BE49-F238E27FC236}">
                <a16:creationId xmlns:a16="http://schemas.microsoft.com/office/drawing/2014/main" id="{CC3D208C-94A5-782B-2777-77CD6BE4C563}"/>
              </a:ext>
            </a:extLst>
          </p:cNvPr>
          <p:cNvSpPr txBox="1"/>
          <p:nvPr/>
        </p:nvSpPr>
        <p:spPr>
          <a:xfrm>
            <a:off x="1469036" y="692259"/>
            <a:ext cx="8934138" cy="369332"/>
          </a:xfrm>
          <a:prstGeom prst="rect">
            <a:avLst/>
          </a:prstGeom>
          <a:noFill/>
        </p:spPr>
        <p:txBody>
          <a:bodyPr wrap="square">
            <a:spAutoFit/>
          </a:bodyPr>
          <a:lstStyle/>
          <a:p>
            <a:r>
              <a:rPr lang="en-US" b="0" i="0" dirty="0">
                <a:solidFill>
                  <a:srgbClr val="141F31"/>
                </a:solidFill>
                <a:effectLst/>
                <a:latin typeface="Mazzard"/>
              </a:rPr>
              <a:t>LGBM tree grows leaf-wise, while the </a:t>
            </a:r>
            <a:r>
              <a:rPr lang="en-US" b="0" i="0" dirty="0" err="1">
                <a:solidFill>
                  <a:srgbClr val="141F31"/>
                </a:solidFill>
                <a:effectLst/>
                <a:latin typeface="Mazzard"/>
              </a:rPr>
              <a:t>XGBoost</a:t>
            </a:r>
            <a:r>
              <a:rPr lang="en-US" b="0" i="0" dirty="0">
                <a:solidFill>
                  <a:srgbClr val="141F31"/>
                </a:solidFill>
                <a:effectLst/>
                <a:latin typeface="Mazzard"/>
              </a:rPr>
              <a:t> algorithm tree grows depth-wise:</a:t>
            </a:r>
            <a:endParaRPr lang="en-AE" dirty="0"/>
          </a:p>
        </p:txBody>
      </p:sp>
    </p:spTree>
    <p:extLst>
      <p:ext uri="{BB962C8B-B14F-4D97-AF65-F5344CB8AC3E}">
        <p14:creationId xmlns:p14="http://schemas.microsoft.com/office/powerpoint/2010/main" val="271559972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82</TotalTime>
  <Words>70</Words>
  <Application>Microsoft Office PowerPoint</Application>
  <PresentationFormat>Widescreen</PresentationFormat>
  <Paragraphs>3</Paragraphs>
  <Slides>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vt:i4>
      </vt:variant>
    </vt:vector>
  </HeadingPairs>
  <TitlesOfParts>
    <vt:vector size="10" baseType="lpstr">
      <vt:lpstr>Arial</vt:lpstr>
      <vt:lpstr>Calibri</vt:lpstr>
      <vt:lpstr>Calibri Light</vt:lpstr>
      <vt:lpstr>Mazzard</vt:lpstr>
      <vt:lpstr>Nunito</vt:lpstr>
      <vt:lpstr>Roboto Slab</vt:lpstr>
      <vt:lpstr>Office Theme</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Saleem M</dc:creator>
  <cp:lastModifiedBy>Saleem M</cp:lastModifiedBy>
  <cp:revision>2</cp:revision>
  <dcterms:created xsi:type="dcterms:W3CDTF">2026-01-30T05:59:45Z</dcterms:created>
  <dcterms:modified xsi:type="dcterms:W3CDTF">2026-01-31T04:33:01Z</dcterms:modified>
</cp:coreProperties>
</file>